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0D1A26"/>
                </a:solidFill>
              </a:rPr>
              <a:t>RIDEREX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RiderEx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E5C8"/>
                </a:solidFill>
              </a:rPr>
              <a:t>AV Customer Experience Multi-Agent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11183112" cy="1371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Powered by Band.ai  ·  Track 1: Internal Enterprise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4663440"/>
            <a:ext cx="1554480" cy="347472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6634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5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4663440"/>
            <a:ext cx="1737360" cy="347472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46634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BAND 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4663440"/>
            <a:ext cx="2011680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4663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ENTERPRISE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Band.ai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AV Customer Support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1183112" cy="65836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</a:rPr>
              <a:t>⚠️  Safety incidents buried in generic support queues — NHTSA reportability missed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11183112" cy="65836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444"/>
                </a:solidFill>
              </a:rPr>
              <a:t>🔄  Manual triage: one agent classifies, another drafts, a third reviews — siloed and slow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11183112" cy="65836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558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4444"/>
                </a:solidFill>
              </a:rPr>
              <a:t>📋  No structured handoff from customer feedback to engineering JIRA ticket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23360"/>
            <a:ext cx="11183112" cy="65836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330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BF24"/>
                </a:solidFill>
              </a:rPr>
              <a:t>🚫  No automated Go / No-Go signal for software releases based on real field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00600"/>
            <a:ext cx="11183112" cy="65836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10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📊  Fleet teams and engineering teams operating on completely different data 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FFB4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RiderEx — End-to-End AV Feedback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920240" cy="1371600"/>
          </a:xfrm>
          <a:prstGeom prst="rect">
            <a:avLst/>
          </a:prstGeom>
          <a:solidFill>
            <a:srgbClr val="0F1824"/>
          </a:solidFill>
          <a:ln w="1905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C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Passenger
Submits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1488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691640"/>
            <a:ext cx="1920240" cy="1371600"/>
          </a:xfrm>
          <a:prstGeom prst="rect">
            <a:avLst/>
          </a:prstGeom>
          <a:solidFill>
            <a:srgbClr val="0F1824"/>
          </a:solidFill>
          <a:ln w="1905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FFB4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240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 Agents
Collaborate via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1488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5736" y="1691640"/>
            <a:ext cx="1920240" cy="1371600"/>
          </a:xfrm>
          <a:prstGeom prst="rect">
            <a:avLst/>
          </a:prstGeom>
          <a:solidFill>
            <a:srgbClr val="0F1824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18CF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2240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Auto-Draft
Customer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1488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7144" y="1691640"/>
            <a:ext cx="1920240" cy="1371600"/>
          </a:xfrm>
          <a:prstGeom prst="rect">
            <a:avLst/>
          </a:prstGeom>
          <a:solidFill>
            <a:srgbClr val="0F18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240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Release Report
Go / No-Go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1488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8552" y="1691640"/>
            <a:ext cx="1920240" cy="1371600"/>
          </a:xfrm>
          <a:prstGeom prst="rect">
            <a:avLst/>
          </a:prstGeom>
          <a:solidFill>
            <a:srgbClr val="0F18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1737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240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JIRA Ticket
Created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383280"/>
            <a:ext cx="3566160" cy="1143000"/>
          </a:xfrm>
          <a:prstGeom prst="rect">
            <a:avLst/>
          </a:prstGeom>
          <a:solidFill>
            <a:srgbClr val="0A121E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74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250,400 rides
seeded across
200 vehicles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8536" y="3383280"/>
            <a:ext cx="3566160" cy="1143000"/>
          </a:xfrm>
          <a:prstGeom prst="rect">
            <a:avLst/>
          </a:prstGeom>
          <a:solidFill>
            <a:srgbClr val="0A121E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3474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Supabase stores
every real run
for persistence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4152" y="3383280"/>
            <a:ext cx="3566160" cy="1143000"/>
          </a:xfrm>
          <a:prstGeom prst="rect">
            <a:avLst/>
          </a:prstGeom>
          <a:solidFill>
            <a:srgbClr val="0A121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347472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Fleet + Dashboard +
Software tabs stay
in sync automatically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5488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All 4 tabs share a single getMetrics() data source — one submission updates everything.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FFB4"/>
                </a:solidFill>
              </a:rPr>
              <a:t>TRACK 1  ·  Customer Support Escalation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69280"/>
            <a:ext cx="11183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RiderEx automates the journey from raw passenger complaint → classified ticket → safety triage → drafted response → quality review → engineering handoff. Each step is a distinct agent. Band is the collaboration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</a:rPr>
              <a:t>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5 Agents Collaborating Through Band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3112" cy="1371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176272" cy="1572768"/>
          </a:xfrm>
          <a:prstGeom prst="rect">
            <a:avLst/>
          </a:prstGeom>
          <a:solidFill>
            <a:srgbClr val="131A26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274320" cy="274320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Intake &amp;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20824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Parses raw feedback · assigns category (SAFETY / COMFORT / ROUTE / SOFTWARE / COMPLIMENT) · priority P1–P4 · sentiment · churn risk · key phrases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825496"/>
            <a:ext cx="1993392" cy="256032"/>
          </a:xfrm>
          <a:prstGeom prst="rect">
            <a:avLst/>
          </a:prstGeom>
          <a:solidFill>
            <a:srgbClr val="0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254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C8"/>
                </a:solidFill>
              </a:rPr>
              <a:t>TICKET_CREATED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057400"/>
            <a:ext cx="11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352" y="1600200"/>
            <a:ext cx="2176272" cy="1572768"/>
          </a:xfrm>
          <a:prstGeom prst="rect">
            <a:avLst/>
          </a:prstGeom>
          <a:solidFill>
            <a:srgbClr val="131A26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07792" y="1691640"/>
            <a:ext cx="27432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169164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Safety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020824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Reads TICKET_CREATED from Band · assesses NHTSA reportability · identifies AV failure mode · recommends vehicle action (GROUND / INSPECT / CONTINUE)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7792" y="2825496"/>
            <a:ext cx="1993392" cy="256032"/>
          </a:xfrm>
          <a:prstGeom prst="rect">
            <a:avLst/>
          </a:prstGeom>
          <a:solidFill>
            <a:srgbClr val="0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28254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C8"/>
                </a:solidFill>
              </a:rPr>
              <a:t>SAFETY_ASSESSMENT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2057400"/>
            <a:ext cx="11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9784" y="1600200"/>
            <a:ext cx="2176272" cy="1572768"/>
          </a:xfrm>
          <a:prstGeom prst="rect">
            <a:avLst/>
          </a:prstGeom>
          <a:solidFill>
            <a:srgbClr val="131A26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21224" y="1691640"/>
            <a:ext cx="274320" cy="27432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1224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169164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9512" y="2020824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Reads Ticket + Safety from Band · drafts warm customer response · computes refund / credit per policy · generates action item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21224" y="2825496"/>
            <a:ext cx="1993392" cy="256032"/>
          </a:xfrm>
          <a:prstGeom prst="rect">
            <a:avLst/>
          </a:prstGeom>
          <a:solidFill>
            <a:srgbClr val="0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1224" y="28254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C8"/>
                </a:solidFill>
              </a:rPr>
              <a:t>RESOLUTION_DRAFT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2057400"/>
            <a:ext cx="11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43216" y="1600200"/>
            <a:ext cx="2176272" cy="1572768"/>
          </a:xfrm>
          <a:prstGeom prst="rect">
            <a:avLst/>
          </a:prstGeom>
          <a:solidFill>
            <a:srgbClr val="131A26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34656" y="1691640"/>
            <a:ext cx="27432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6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0416" y="169164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Quality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2020824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Reads entire Band thread · scores tone, empathy, policy compliance (0–100) · detects recurring patterns · approves or requests revision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34656" y="2825496"/>
            <a:ext cx="1993392" cy="256032"/>
          </a:xfrm>
          <a:prstGeom prst="rect">
            <a:avLst/>
          </a:prstGeom>
          <a:solidFill>
            <a:srgbClr val="0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34656" y="28254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C8"/>
                </a:solidFill>
              </a:rPr>
              <a:t>REVIEW_COMPLETE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57400"/>
            <a:ext cx="11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56648" y="1600200"/>
            <a:ext cx="2176272" cy="1572768"/>
          </a:xfrm>
          <a:prstGeom prst="rect">
            <a:avLst/>
          </a:prstGeom>
          <a:solidFill>
            <a:srgbClr val="131A26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48088" y="1691640"/>
            <a:ext cx="274320" cy="274320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48088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018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3848" y="169164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Engineering Handoff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2020824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Reads all 4 prior messages from Band · creates JIRA ticket · assigns team · sets SLA target · closes the case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48088" y="2825496"/>
            <a:ext cx="1993392" cy="256032"/>
          </a:xfrm>
          <a:prstGeom prst="rect">
            <a:avLst/>
          </a:prstGeom>
          <a:solidFill>
            <a:srgbClr val="00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48088" y="28254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C8"/>
                </a:solidFill>
              </a:rPr>
              <a:t>CASE_CLOSED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Band Message Chain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611880"/>
            <a:ext cx="2148840" cy="2743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611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E5C8"/>
                </a:solidFill>
              </a:rPr>
              <a:t>TICKET_CREATED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0048" y="36118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16352" y="3611880"/>
            <a:ext cx="2148840" cy="2743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3611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F4444"/>
                </a:solidFill>
              </a:rPr>
              <a:t>SAFETY_ASSESSMENT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36118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9784" y="3611880"/>
            <a:ext cx="2148840" cy="2743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29784" y="3611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18CF8"/>
                </a:solidFill>
              </a:rPr>
              <a:t>RESOLUTION_DRAFT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6912" y="36118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43216" y="3611880"/>
            <a:ext cx="2148840" cy="2743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43216" y="3611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</a:rPr>
              <a:t>REVIEW_COMPLETE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10344" y="36118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6648" y="3611880"/>
            <a:ext cx="2148840" cy="27432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56648" y="36118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FFB4"/>
                </a:solidFill>
              </a:rPr>
              <a:t>CASE_CLOSED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114800"/>
            <a:ext cx="11183112" cy="658368"/>
          </a:xfrm>
          <a:prstGeom prst="rect">
            <a:avLst/>
          </a:prstGeom>
          <a:solidFill>
            <a:srgbClr val="0A1712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4206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3FFB4"/>
                </a:solidFill>
              </a:rPr>
              <a:t>✅  Every agent reads prior agent outputs from Band before acting — context is never passed directly between agents. Band IS the shared memory and coordination layer.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956048"/>
            <a:ext cx="3566160" cy="749808"/>
          </a:xfrm>
          <a:prstGeom prst="rect">
            <a:avLst/>
          </a:prstGeom>
          <a:solidFill>
            <a:srgbClr val="0A121E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" y="50109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Minimum: 3 agents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5257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8"/>
                </a:solidFill>
              </a:rPr>
              <a:t>RiderEx has 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88536" y="4956048"/>
            <a:ext cx="3566160" cy="749808"/>
          </a:xfrm>
          <a:prstGeom prst="rect">
            <a:avLst/>
          </a:prstGeom>
          <a:solidFill>
            <a:srgbClr val="0A121E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98264" y="50109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Meaningful Band usage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98264" y="5257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FFB4"/>
                </a:solidFill>
              </a:rPr>
              <a:t>Band = shared context store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74152" y="4956048"/>
            <a:ext cx="3566160" cy="749808"/>
          </a:xfrm>
          <a:prstGeom prst="rect">
            <a:avLst/>
          </a:prstGeom>
          <a:solidFill>
            <a:srgbClr val="0A121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83880" y="50109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Agent collaboration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3880" y="5257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</a:rPr>
              <a:t>Each agent reads Band before acting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FFB4"/>
                </a:solidFill>
              </a:rPr>
              <a:t>HOW BAND POWERS THE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Band Is the Collaboration Layer — Not a Wrapper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3112" cy="13716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63FFB4"/>
                </a:solidFill>
              </a:rPr>
              <a:t>Band as shared context store</a:t>
            </a:r>
          </a:p>
          <a:p>
            <a:r>
              <a:rPr b="0" sz="1100">
                <a:solidFill>
                  <a:srgbClr val="94A3B8"/>
                </a:solidFill>
              </a:rPr>
              <a:t>Each agent posts its structured JSON output to a Band room as a typed message.</a:t>
            </a:r>
          </a:p>
          <a:p>
            <a:r>
              <a:rPr b="0" sz="1100">
                <a:solidFill>
                  <a:srgbClr val="94A3B8"/>
                </a:solidFill>
              </a:rPr>
              <a:t>Every downstream agent reads the Band channel before generating its response,</a:t>
            </a:r>
          </a:p>
          <a:p>
            <a:r>
              <a:rPr b="0" sz="1100">
                <a:solidFill>
                  <a:srgbClr val="94A3B8"/>
                </a:solidFill>
              </a:rPr>
              <a:t>so it has full visibility of all prior agent decisions.</a:t>
            </a:r>
          </a:p>
          <a:p>
            <a:r>
              <a:rPr b="0" sz="1100">
                <a:solidFill>
                  <a:srgbClr val="94A3B8"/>
                </a:solidFill>
              </a:rPr>
              <a:t/>
            </a:r>
          </a:p>
          <a:p>
            <a:r>
              <a:rPr b="1" sz="1300">
                <a:solidFill>
                  <a:srgbClr val="63FFB4"/>
                </a:solidFill>
              </a:rPr>
              <a:t>Agent-to-agent delegation</a:t>
            </a:r>
          </a:p>
          <a:p>
            <a:r>
              <a:rPr b="0" sz="1100">
                <a:solidFill>
                  <a:srgbClr val="94A3B8"/>
                </a:solidFill>
              </a:rPr>
              <a:t>Safety agent only runs after reading Intake's TICKET_CREATED from Band.</a:t>
            </a:r>
          </a:p>
          <a:p>
            <a:r>
              <a:rPr b="0" sz="1100">
                <a:solidFill>
                  <a:srgbClr val="94A3B8"/>
                </a:solidFill>
              </a:rPr>
              <a:t>Resolution agent reads both Ticket AND Safety before drafting a response.</a:t>
            </a:r>
          </a:p>
          <a:p>
            <a:r>
              <a:rPr b="0" sz="1100">
                <a:solidFill>
                  <a:srgbClr val="94A3B8"/>
                </a:solidFill>
              </a:rPr>
              <a:t>Review agent reads the full 3-message thread before scoring quality.</a:t>
            </a:r>
          </a:p>
          <a:p>
            <a:r>
              <a:rPr b="0" sz="1100">
                <a:solidFill>
                  <a:srgbClr val="94A3B8"/>
                </a:solidFill>
              </a:rPr>
              <a:t>Engineering agent reads all 4 prior messages before closing the case.</a:t>
            </a:r>
          </a:p>
          <a:p>
            <a:r>
              <a:rPr b="0" sz="1100">
                <a:solidFill>
                  <a:srgbClr val="94A3B8"/>
                </a:solidFill>
              </a:rPr>
              <a:t/>
            </a:r>
          </a:p>
          <a:p>
            <a:r>
              <a:rPr b="1" sz="1300">
                <a:solidFill>
                  <a:srgbClr val="63FFB4"/>
                </a:solidFill>
              </a:rPr>
              <a:t>Not a thin wrapper</a:t>
            </a:r>
          </a:p>
          <a:p>
            <a:r>
              <a:rPr b="0" sz="1100">
                <a:solidFill>
                  <a:srgbClr val="94A3B8"/>
                </a:solidFill>
              </a:rPr>
              <a:t>Removing Band would break the pipeline — agents have no other way</a:t>
            </a:r>
          </a:p>
          <a:p>
            <a:r>
              <a:rPr b="0" sz="1100">
                <a:solidFill>
                  <a:srgbClr val="94A3B8"/>
                </a:solidFill>
              </a:rPr>
              <a:t>to receive structured context from prior agents.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554480"/>
            <a:ext cx="5650992" cy="4846320"/>
          </a:xfrm>
          <a:prstGeom prst="rect">
            <a:avLst/>
          </a:prstGeom>
          <a:solidFill>
            <a:srgbClr val="080E18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276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agents.py — Band message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202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FFB4"/>
                </a:solidFill>
              </a:rPr>
              <a:t># Agent 1 posts to Band
band_post('intake_agent',
  'TICKET_CREATED', intake_result)
# Agent 2 reads Band before acting
def agent_safety():
  ticket = band_read_latest(
    'TICKET_CREATED'
  )['content']
  result = call_claude(
    SAFETY_SYSTEM,
    f'Ticket from Band:\n'
    f'{json.dumps(ticket)}'
  )
  band_post('safety_agent',
    'SAFETY_ASSESSMENT', result)
# Agent 5 reads ALL Band messages
def agent_engineering():
  all_msgs = band_read_all()
  result = call_claude(
    ENGINEERING_SYSTEM,
    f'Full Band thread:\n'
    f'{json.dumps(all_msgs)}'
  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</a:rPr>
              <a:t>TAB WALKTHROUGH —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🚀  Pipeline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795528"/>
            <a:ext cx="1371600" cy="347472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795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1018"/>
                </a:solidFill>
              </a:rP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C8"/>
                </a:solidFill>
              </a:rPr>
              <a:t>Submit passenger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Free-text complaint or compliment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682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Vehicle ID  (auto-generated WM-001 to WM-200)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1–5 star rating from the passenger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44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The form POSTs to /run-pipeline → 5 Band agents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21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sequentially → result is saved to localStorage 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99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Supabase → Dashboard, Fleet, and Software tabs update.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60020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C8"/>
                </a:solidFill>
              </a:rPr>
              <a:t>6 result sub-tabs after pipeline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993392"/>
            <a:ext cx="5852160" cy="594360"/>
          </a:xfrm>
          <a:prstGeom prst="rect">
            <a:avLst/>
          </a:prstGeom>
          <a:solidFill>
            <a:srgbClr val="0F1824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048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C8"/>
                </a:solidFill>
              </a:rPr>
              <a:t>📋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04825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Category · Priority · Sentiment · Churn Risk · Key Phrases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660904"/>
            <a:ext cx="5852160" cy="594360"/>
          </a:xfrm>
          <a:prstGeom prst="rect">
            <a:avLst/>
          </a:prstGeom>
          <a:solidFill>
            <a:srgbClr val="0F182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715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🚨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715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Safety Level · NHTSA Flag · AV Failure Mode · Vehicle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328416"/>
            <a:ext cx="5852160" cy="594360"/>
          </a:xfrm>
          <a:prstGeom prst="rect">
            <a:avLst/>
          </a:prstGeom>
          <a:solidFill>
            <a:srgbClr val="0F1824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3383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💬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383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Customer-facing response · Refund / Credit amounts · Action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995928"/>
            <a:ext cx="5852160" cy="594360"/>
          </a:xfrm>
          <a:prstGeom prst="rect">
            <a:avLst/>
          </a:prstGeom>
          <a:solidFill>
            <a:srgbClr val="0F1824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0507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FFB4"/>
                </a:solidFill>
              </a:rPr>
              <a:t>🚦 Release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05079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 / Conditional / No-Go checklist for the software branch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4663440"/>
            <a:ext cx="5852160" cy="594360"/>
          </a:xfrm>
          <a:prstGeom prst="rect">
            <a:avLst/>
          </a:prstGeom>
          <a:solidFill>
            <a:srgbClr val="0F18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47183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🔧 JIRA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71830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Engineering ticket · Team assignment · Acceptance criteria · SLA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5330952"/>
            <a:ext cx="5852160" cy="594360"/>
          </a:xfrm>
          <a:prstGeom prst="rect">
            <a:avLst/>
          </a:prstGeom>
          <a:solidFill>
            <a:srgbClr val="0F1824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53858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📡 Band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38581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Live agent collaboration thread — every message exchanged through Band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5029200" cy="502920"/>
          </a:xfrm>
          <a:prstGeom prst="rect">
            <a:avLst/>
          </a:prstGeom>
          <a:solidFill>
            <a:srgbClr val="0A121E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1389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C8"/>
                </a:solidFill>
              </a:rPr>
              <a:t>✨  Animated perspective road runs in the background — lane markings scroll toward the viewer with a scan line and HUD corner brackets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</a:rPr>
              <a:t>TAB WALKTHROUGH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📊  Dashboard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250,400 seeded rides  +  every real pipeline submission, fully filterable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29968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C8"/>
                </a:solidFill>
              </a:rPr>
              <a:t>250,400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0545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Total Rides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2029968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213969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</a:rPr>
              <a:t>4.4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50545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Avg CSAT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5496" y="2029968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213969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FFB4"/>
                </a:solidFill>
              </a:rPr>
              <a:t>~73%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250545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Good Ride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86784" y="2029968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86784" y="213969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~7%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4" y="250545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Safety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2029968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213969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3FFB4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50545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NHTSA Flags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89504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9923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87/100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6499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Avg Quality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64208" y="2889504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299923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</a:rPr>
              <a:t>~18%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336499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Escalation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25496" y="2889504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5496" y="299923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C8"/>
                </a:solidFill>
              </a:rPr>
              <a:t>$3 avg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496" y="336499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Refund / Credit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86784" y="2889504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86784" y="299923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</a:rPr>
              <a:t>8 msg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6784" y="336499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Band Messages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8072" y="2889504"/>
            <a:ext cx="1078992" cy="777240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8072" y="299923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&lt; 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2" y="336499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P1 Incidents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977639"/>
            <a:ext cx="3566160" cy="960120"/>
          </a:xfrm>
          <a:prstGeom prst="rect">
            <a:avLst/>
          </a:prstGeom>
          <a:solidFill>
            <a:srgbClr val="0A121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041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Filters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43159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Category · Priority · Safety Level · Time Range · Software Version — combinable; counter shows N of M when 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3977639"/>
            <a:ext cx="3566160" cy="960120"/>
          </a:xfrm>
          <a:prstGeom prst="rect">
            <a:avLst/>
          </a:prstGeom>
          <a:solidFill>
            <a:srgbClr val="0A121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8264" y="4041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All Rides 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8264" y="43159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Every ride, no row cap, sorted by most recent. Click any row → ticket modal with full breakdown + original customer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74152" y="3977639"/>
            <a:ext cx="3566160" cy="960120"/>
          </a:xfrm>
          <a:prstGeom prst="rect">
            <a:avLst/>
          </a:prstGeom>
          <a:solidFill>
            <a:srgbClr val="0A121E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4041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Scroll Animation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431596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Pod, SUV, and Shuttle images swoosh in from alternating sides as you scroll — fixed-position, scoped to Dashboard tab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074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Data source: getMetrics() = seededRecords (in-memory) + localStorage real runs + Supabase cross-device runs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</a:rPr>
              <a:t>TAB WALKTHROUGH —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🚗  Fleet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HUD-style real-time registry of all 200 Weimo vehicles — WM-001 to WM-200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</a:rPr>
              <a:t>Vehicle Card (front)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Vehicle ID + live status (ACTIVE / MAINTENANCE / GROUNDED)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Model image: Pod Gen2 · Shuttle Gen3 · SUV Gen4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Safety score bar, color-coded 0–100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Open vs. resolved ticket 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8561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Avg passenger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</a:rPr>
              <a:t>Flip → Vehicle Card (back)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360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Fleet zone · Software version · Total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8348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Rides processed (synced with Dashboard / Software)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309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Last incident type · Pipeline run count · Open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784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VIEW DETAILS → full modal with pipeline run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920240"/>
            <a:ext cx="5650992" cy="3063240"/>
          </a:xfrm>
          <a:prstGeom prst="rect">
            <a:avLst/>
          </a:prstGeom>
          <a:solidFill>
            <a:srgbClr val="0A121E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993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C8"/>
                </a:solidFill>
              </a:rPr>
              <a:t>Smart Ticket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77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FFB4"/>
                </a:solidFill>
              </a:rPr>
              <a:t>netOpen  =  original_open  +  new_incidents  −  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761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Pipeline run — LOW / NONE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61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FFB4"/>
                </a:solidFill>
              </a:rPr>
              <a:t>→  ticket resolved, OPEN drops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108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Pipeline run — HIGH / 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→  new incident logged, OPEN rises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4564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CRITICAL safety level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456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→  vehicle status → GROUNDED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8039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HIGH safety 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803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</a:rPr>
              <a:t>→  vehicle status → MAINTENANCE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1513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Score delta: CRITICAL −25,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151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HIGH −12, MEDIUM −4, NONE +5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166360"/>
            <a:ext cx="5650992" cy="566928"/>
          </a:xfrm>
          <a:prstGeom prst="rect">
            <a:avLst/>
          </a:prstGeom>
          <a:solidFill>
            <a:srgbClr val="0A1712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52303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FFB4"/>
                </a:solidFill>
              </a:rPr>
              <a:t>⚡  Live sync — every pipeline submission instantly updates the vehicle card (score, status, ticket counts, ride total) without a page reload. Run Pipeline button pre-fills the vehicle 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</a:rPr>
              <a:t>TAB WALKTHROUGH — SOFTWARE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🔀  Software Branch Tab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Software release tracker — Go / Conditional / No-Go readiness per branch, driven by real field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697480" cy="2011680"/>
          </a:xfrm>
          <a:prstGeom prst="rect">
            <a:avLst/>
          </a:prstGeom>
          <a:solidFill>
            <a:srgbClr val="0F1824"/>
          </a:solidFill>
          <a:ln w="1905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1051560" cy="256032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018"/>
                </a:solidFill>
              </a:rPr>
              <a:t>RELEASED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057400"/>
            <a:ext cx="960120" cy="256032"/>
          </a:xfrm>
          <a:prstGeom prst="rect">
            <a:avLst/>
          </a:prstGeom>
          <a:solidFill>
            <a:srgbClr val="08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FFB4"/>
                </a:solidFill>
              </a:rPr>
              <a:t>✅ 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4048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FFB4"/>
                </a:solidFill>
              </a:rPr>
              <a:t>weimo-av-4.2.1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Mar 15,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9900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Initial stable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965960"/>
            <a:ext cx="2697480" cy="2011680"/>
          </a:xfrm>
          <a:prstGeom prst="rect">
            <a:avLst/>
          </a:prstGeom>
          <a:solidFill>
            <a:srgbClr val="0F1824"/>
          </a:solidFill>
          <a:ln w="1905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2057400"/>
            <a:ext cx="1051560" cy="256032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0574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018"/>
                </a:solidFill>
              </a:rPr>
              <a:t>RELEASED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0328" y="2057400"/>
            <a:ext cx="960120" cy="256032"/>
          </a:xfrm>
          <a:prstGeom prst="rect">
            <a:avLst/>
          </a:prstGeom>
          <a:solidFill>
            <a:srgbClr val="08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FFB4"/>
                </a:solidFill>
              </a:rPr>
              <a:t>✅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24048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C8"/>
                </a:solidFill>
              </a:rPr>
              <a:t>weimo-av-4.3.0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Sep 1,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29900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Route optimization &amp; comfort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1965960"/>
            <a:ext cx="2697480" cy="2011680"/>
          </a:xfrm>
          <a:prstGeom prst="rect">
            <a:avLst/>
          </a:prstGeom>
          <a:solidFill>
            <a:srgbClr val="0F1824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8776" y="2057400"/>
            <a:ext cx="1051560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6" y="20574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018"/>
                </a:solidFill>
              </a:rPr>
              <a:t>RELEASED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7536" y="2057400"/>
            <a:ext cx="960120" cy="256032"/>
          </a:xfrm>
          <a:prstGeom prst="rect">
            <a:avLst/>
          </a:prstGeom>
          <a:solidFill>
            <a:srgbClr val="08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7536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FFB4"/>
                </a:solidFill>
              </a:rPr>
              <a:t>✅ 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24048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weimo-av-4.3.1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Jan 20,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29900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Safety patch — AEB false trigger fix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4544" y="1965960"/>
            <a:ext cx="2697480" cy="2011680"/>
          </a:xfrm>
          <a:prstGeom prst="rect">
            <a:avLst/>
          </a:prstGeom>
          <a:solidFill>
            <a:srgbClr val="0F18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15984" y="2057400"/>
            <a:ext cx="105156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5984" y="20574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B1018"/>
                </a:solidFill>
              </a:rPr>
              <a:t>BETA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24744" y="2057400"/>
            <a:ext cx="960120" cy="256032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24744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BBF24"/>
                </a:solidFill>
              </a:rPr>
              <a:t>⚠️ COND.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24048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weimo-av-4.4.0-beta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27432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299008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Next-gen perception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13308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Per-branch metrics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526280"/>
            <a:ext cx="1810512" cy="822960"/>
          </a:xfrm>
          <a:prstGeom prst="rect">
            <a:avLst/>
          </a:prstGeom>
          <a:solidFill>
            <a:srgbClr val="0A121E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57200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Rides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82803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Total seeded + real rides
on this branch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5728" y="4526280"/>
            <a:ext cx="1810512" cy="822960"/>
          </a:xfrm>
          <a:prstGeom prst="rect">
            <a:avLst/>
          </a:prstGeom>
          <a:solidFill>
            <a:srgbClr val="0A121E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" y="457200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Safety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7168" y="482803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% of rides categorized
as SAFETY incidents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526280"/>
            <a:ext cx="1810512" cy="822960"/>
          </a:xfrm>
          <a:prstGeom prst="rect">
            <a:avLst/>
          </a:prstGeom>
          <a:solidFill>
            <a:srgbClr val="0A121E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457200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NHTSA Flags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9976" y="482803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Count of federally
reportable incidents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81344" y="4526280"/>
            <a:ext cx="1810512" cy="822960"/>
          </a:xfrm>
          <a:prstGeom prst="rect">
            <a:avLst/>
          </a:prstGeom>
          <a:solidFill>
            <a:srgbClr val="0A121E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72784" y="457200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Avg Quality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482803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Mean AI response
quality score 0–100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74152" y="4526280"/>
            <a:ext cx="1810512" cy="822960"/>
          </a:xfrm>
          <a:prstGeom prst="rect">
            <a:avLst/>
          </a:prstGeom>
          <a:solidFill>
            <a:srgbClr val="0A121E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65592" y="457200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Vehicles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5592" y="482803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Fleet vehicles currently
running this branch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4526280"/>
            <a:ext cx="1810512" cy="822960"/>
          </a:xfrm>
          <a:prstGeom prst="rect">
            <a:avLst/>
          </a:prstGeom>
          <a:solidFill>
            <a:srgbClr val="0A121E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0" y="4572000"/>
            <a:ext cx="1673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Pipeline Runs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4828032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Real feedback submissions
on this branch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solidFill>
            <a:srgbClr val="0A1712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5596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FFB4"/>
                </a:solidFill>
              </a:rPr>
              <a:t>Released branches (4.2.1 / 4.3.0 / 4.3.1) show ✅ GO — they already passed signoff, so seeded data uses clean safety distribution (no CRITICAL/HIGH).  Beta branch retains full incident distribution reflecting a pre-release build.  Pipeline Release Reports inside each card show a checklist for every real submission on that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C8"/>
                </a:solidFill>
              </a:rPr>
              <a:t>TECH STACK &amp;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Tech Stack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647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C8"/>
                </a:solidFill>
              </a:rPr>
              <a:t>Agent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64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Band.ai (band-sdk)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AI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3134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claude-sonnet-4-5  via AI/ML API (OpenAI-compatible)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C8"/>
                </a:solidFill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86207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FastAPI + Uvicorn (Python)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3756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107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FFB4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4107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Supabase (PostgreSQL) — gracefully optional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8620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935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93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Vanilla HTML / CSS / JS — dark space HUD aesthetic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C8"/>
                </a:solidFill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079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Vercel (serverless Python)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83480"/>
            <a:ext cx="5486400" cy="475488"/>
          </a:xfrm>
          <a:prstGeom prst="rect">
            <a:avLst/>
          </a:prstGeom>
          <a:solidFill>
            <a:srgbClr val="0F1824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566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Fleet Dataset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566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200 vehicles · riderex_vehicles.json / .csv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572768"/>
            <a:ext cx="5486400" cy="5120640"/>
          </a:xfrm>
          <a:prstGeom prst="rect">
            <a:avLst/>
          </a:prstGeom>
          <a:solidFill>
            <a:srgbClr val="080E18"/>
          </a:solidFill>
          <a:ln w="12700">
            <a:solidFill>
              <a:srgbClr val="1E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C8"/>
                </a:solidFill>
              </a:rPr>
              <a:t>Data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848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8"/>
                </a:solidFill>
              </a:rPr>
              <a:t>seededRecords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134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250,400 rides in memory (200 veh × 1,252)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59689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FFB4"/>
                </a:solidFill>
              </a:rPr>
              <a:t>  +  localStorage real 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82549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from this device's pipeline submissions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1089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8CF8"/>
                </a:solidFill>
              </a:rPr>
              <a:t>  +  Supabase real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375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from other devices / 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62102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       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330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getMetrics()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61687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single shared data function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451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           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572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C8"/>
                </a:solidFill>
              </a:rPr>
              <a:t>  Dashboard · Fleet · Software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8581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all 3 tabs read same source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577840"/>
            <a:ext cx="5486400" cy="685800"/>
          </a:xfrm>
          <a:prstGeom prst="rect">
            <a:avLst/>
          </a:prstGeom>
          <a:solidFill>
            <a:srgbClr val="0A1712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64184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FFB4"/>
                </a:solidFill>
              </a:rPr>
              <a:t>One pipeline submission → localStorage write → Supabase write → Dashboard rerenders → Fleet card updates in memory → Software tab refreshes on next visit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FFB4"/>
                </a:solidFill>
              </a:rPr>
              <a:t>WHY RIDEREX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RiderEx Satisfies Every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3112" cy="13716"/>
          </a:xfrm>
          <a:prstGeom prst="rect">
            <a:avLst/>
          </a:prstGeom>
          <a:solidFill>
            <a:srgbClr val="63F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804672"/>
          </a:xfrm>
          <a:prstGeom prst="rect">
            <a:avLst/>
          </a:prstGeom>
          <a:solidFill>
            <a:srgbClr val="0A121E"/>
          </a:solidFill>
          <a:ln w="1905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824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FFB4"/>
                </a:solidFill>
              </a:rPr>
              <a:t>✅  3+ agents collaborating through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RiderEx has 5 agents. Each one reads prior agent outputs from the Band channel before generating its own output. Band is the only mechanism for inter-agent context transfer.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23744"/>
            <a:ext cx="11183112" cy="804672"/>
          </a:xfrm>
          <a:prstGeom prst="rect">
            <a:avLst/>
          </a:prstGeom>
          <a:solidFill>
            <a:srgbClr val="0A121E"/>
          </a:solidFill>
          <a:ln w="1905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578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FFB4"/>
                </a:solidFill>
              </a:rPr>
              <a:t>✅  Meaningful Band usage — not a wrapper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Safety Agent reads TICKET_CREATED from Band. Resolution Agent reads Ticket + Safety. Review reads all 3. Engineering reads all 4. Agents have zero direct access to prior outputs — Band is the protocol.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11183112" cy="804672"/>
          </a:xfrm>
          <a:prstGeom prst="rect">
            <a:avLst/>
          </a:prstGeom>
          <a:solidFill>
            <a:srgbClr val="0A121E"/>
          </a:solidFill>
          <a:ln w="1905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474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FFB4"/>
                </a:solidFill>
              </a:rPr>
              <a:t>✅  Agent collaboration: planning → execution → review →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58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Intake (plan) → Safety (triage) → Resolution (execute) → Quality Review (review) → Engineering (handoff). This is a textbook multi-agent workflow with every required collaboration pattern.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15968"/>
            <a:ext cx="11183112" cy="804672"/>
          </a:xfrm>
          <a:prstGeom prst="rect">
            <a:avLst/>
          </a:prstGeom>
          <a:solidFill>
            <a:srgbClr val="0A121E"/>
          </a:solidFill>
          <a:ln w="1905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370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8"/>
                </a:solidFill>
              </a:rPr>
              <a:t>✅  Track 1: Internal Enterprise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542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Customer support escalation workflow. A passenger complaint becomes a classified ticket → safety report → drafted response → quality-reviewed response → JIRA engineering ticket. Fully automated, fully traceable.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12080"/>
            <a:ext cx="11183112" cy="804672"/>
          </a:xfrm>
          <a:prstGeom prst="rect">
            <a:avLst/>
          </a:prstGeom>
          <a:solidFill>
            <a:srgbClr val="0A121E"/>
          </a:solidFill>
          <a:ln w="1905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C8"/>
                </a:solidFill>
              </a:rPr>
              <a:t>✅  Real enterprise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50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250,400 ride dataset, 200 vehicle fleet registry, 4 software branches with Go/No-Go logic, Supabase persistence, NHTSA compliance tracking, and a full fleet operations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0D1A26"/>
                </a:solidFill>
              </a:rPr>
              <a:t>RIDEREX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RiderEx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E5C8"/>
                </a:solidFill>
              </a:rPr>
              <a:t>5 agents · Band collaboration · Track 1 Enterprise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00400"/>
            <a:ext cx="11183112" cy="13716"/>
          </a:xfrm>
          <a:prstGeom prst="rect">
            <a:avLst/>
          </a:prstGeom>
          <a:solidFill>
            <a:srgbClr val="00E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401568"/>
            <a:ext cx="2148840" cy="1645920"/>
          </a:xfrm>
          <a:prstGeom prst="rect">
            <a:avLst/>
          </a:prstGeom>
          <a:solidFill>
            <a:srgbClr val="0F1824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564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C8"/>
                </a:solidFill>
              </a:rPr>
              <a:t>🚀
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5-agent Band
collaboration
with real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3401568"/>
            <a:ext cx="2148840" cy="1645920"/>
          </a:xfrm>
          <a:prstGeom prst="rect">
            <a:avLst/>
          </a:prstGeom>
          <a:solidFill>
            <a:srgbClr val="0F1824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4564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18CF8"/>
                </a:solidFill>
              </a:rPr>
              <a:t>📊
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977639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250,400 rides
10 KPIs
real-time filters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3401568"/>
            <a:ext cx="2148840" cy="1645920"/>
          </a:xfrm>
          <a:prstGeom prst="rect">
            <a:avLst/>
          </a:prstGeom>
          <a:solidFill>
            <a:srgbClr val="0F1824"/>
          </a:solidFill>
          <a:ln w="12700">
            <a:solidFill>
              <a:srgbClr val="00E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4564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C8"/>
                </a:solidFill>
              </a:rPr>
              <a:t>🚗
Fleet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977639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200 vehicles
Live sync
Smart tickets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401568"/>
            <a:ext cx="2148840" cy="1645920"/>
          </a:xfrm>
          <a:prstGeom prst="rect">
            <a:avLst/>
          </a:prstGeom>
          <a:solidFill>
            <a:srgbClr val="0F18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34564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</a:rPr>
              <a:t>🔀
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977639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 branches
Go / No-Go
Release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3401568"/>
            <a:ext cx="2148840" cy="1645920"/>
          </a:xfrm>
          <a:prstGeom prst="rect">
            <a:avLst/>
          </a:prstGeom>
          <a:solidFill>
            <a:srgbClr val="0F1824"/>
          </a:solidFill>
          <a:ln w="12700">
            <a:solidFill>
              <a:srgbClr val="63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34564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FFB4"/>
                </a:solidFill>
              </a:rPr>
              <a:t>🗄️
Supabase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977639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Every real run
persisted and
cross-device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C8"/>
                </a:solidFill>
              </a:rPr>
              <a:t>Live demo  →  riderex.vercel.app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Built for Band.ai Hackathon 2025  ·  Track 1: Internal Enterprise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